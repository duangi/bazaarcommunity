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Dooley 数值核心教学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9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武装核心 / 引燃核心 / 装甲核心｜实战摆位与运转思路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目标：学会围绕数值核心构建“左运转、右吃数值”的稳定体系</a:t>
            </a:r>
            <a:endParaRPr lang="en-US" sz="2300" dirty="0"/>
          </a:p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结论：核心动得越快，右侧收益越高；干扰对手为我方叠层争取时间</a:t>
            </a:r>
            <a:endParaRPr lang="en-US" sz="2300" dirty="0"/>
          </a:p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 配套：鸡煲实验室用于验证摆法是否合理（计算伤害 + 对比方案）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设计初衷（为什么要学数值核心）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数值核心强在“可滚雪球”：每次触发都放大后续收益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高手差距主要来自调轴与摆位，而不是只看卡面数值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同一套牌，站位不同，上限差距非常大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本教学聚焦稳定体系：暂不覆盖飞核、随机充能、随机加速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通用结构：左运转｜中核心｜右收益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左侧：GPU、遥控装置、短CD组件（让核心更快触发）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中间：武装 / 引燃 / 装甲核心（数值成长引擎）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右侧：武器/灼烧/护盾收益牌（吃成长后的输出）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先保证“核心转速”，再追“右侧收益质量”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三个核心怎么选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武装核心：偏爆发，适合高频武器，压短局能力强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引燃核心：偏持续压制，适合灼烧体系，越拖越强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装甲核心：偏稳健反打，适合护盾联动与容错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共性：核心多动一次，整个右侧强度就上一个台阶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为什么要带干扰牌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时流屏障：拉长对手CD，降低对手单位时间出手次数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反物质等干扰：压制关键件，给我方叠层争取窗口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目的不是“秒杀”，而是“让核心多动几次”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计算器实操流程（建议固定流程）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拖卡上场（先摆基础方案）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设定战斗时间或目标伤害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调整每张卡等级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4) 点击“计算伤害”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5) 查看推荐摆法并预览/应用</a:t>
            </a:r>
            <a:endParaRPr lang="en-US" sz="2100" dirty="0"/>
          </a:p>
          <a:p>
            <a:pPr marL="254000" indent="-254000">
              <a:buSzPct val="100000"/>
              <a:buChar char="•"/>
            </a:pPr>
            <a:r>
              <a:rPr lang="en-US" sz="2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6) 看折线与时间轴，定位触发断档点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如何读结果（关键指标）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总伤害：同时间窗口内最直接的强度指标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出手次数：验证“左运转是否真的把核心和主C提速”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折线形态：前期启动慢不慢、后期有没有滚起来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调试明细：每0.5秒发生了什么、谁触发了谁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注意事项（必须讲清）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这里只按“伤害最大化”推荐，不一定是实战最优</a:t>
            </a:r>
            <a:endParaRPr lang="en-US" sz="2400" dirty="0"/>
          </a:p>
          <a:p>
            <a:pPr marL="254000" indent="-254000">
              <a:buSzPct val="100000"/>
              <a:buChar char="•"/>
            </a:pPr>
            <a:r>
              <a:rPr lang="en-US" sz="2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实战常需要“牺牲一点伤害”换更多减速/控制频次</a:t>
            </a:r>
            <a:endParaRPr lang="en-US" sz="2400" dirty="0"/>
          </a:p>
          <a:p>
            <a:pPr marL="254000" indent="-254000">
              <a:buSzPct val="100000"/>
              <a:buChar char="•"/>
            </a:pPr>
            <a:r>
              <a:rPr lang="en-US" sz="2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游戏底层是 0.25s tick；工具是 0.5s 简化模拟，仅供决策参考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直播可直接照读的话术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“先让核心转起来，再谈输出，不要本末倒置。”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“我们先跑基准摆法，再看推荐摆法，直接对比曲线。”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“看到触发断档，就回去调整左侧运转和右侧收益排序。”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“记住：可复现 &gt; 玄学；稳定吃分比单局峰值更重要。”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总结 + 行动清单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固定三段式：左运转 / 中核心 / 右收益</a:t>
            </a:r>
            <a:endParaRPr lang="en-US" sz="2400" dirty="0"/>
          </a:p>
          <a:p>
            <a:pPr marL="254000" indent="-254000">
              <a:buSzPct val="100000"/>
              <a:buChar char="•"/>
            </a:pPr>
            <a:r>
              <a:rPr lang="en-US" sz="2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每次只改一个变量，用计算器验证</a:t>
            </a:r>
            <a:endParaRPr lang="en-US" sz="2400" dirty="0"/>
          </a:p>
          <a:p>
            <a:pPr marL="254000" indent="-254000">
              <a:buSzPct val="100000"/>
              <a:buChar char="•"/>
            </a:pPr>
            <a:r>
              <a:rPr lang="en-US" sz="2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用时间轴找问题：谁没吃到加成、谁触发断档</a:t>
            </a:r>
            <a:endParaRPr lang="en-US" sz="2400" dirty="0"/>
          </a:p>
          <a:p>
            <a:pPr marL="254000" indent="-254000">
              <a:buSzPct val="100000"/>
              <a:buChar char="•"/>
            </a:pPr>
            <a:r>
              <a:rPr lang="en-US" sz="2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先稳定再上限：先可复现，再追极限输出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Duang.work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Dooley 数值核心教学</dc:title>
  <dc:subject>Dooley 数值核心教学</dc:subject>
  <dc:creator>Duang</dc:creator>
  <cp:lastModifiedBy>Duang</cp:lastModifiedBy>
  <cp:revision>1</cp:revision>
  <dcterms:created xsi:type="dcterms:W3CDTF">2026-05-03T05:45:13Z</dcterms:created>
  <dcterms:modified xsi:type="dcterms:W3CDTF">2026-05-03T05:45:13Z</dcterms:modified>
</cp:coreProperties>
</file>